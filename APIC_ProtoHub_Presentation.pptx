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Andhra Pradesh funded the machines but not the way in. Four centres are live, eleven machines published. The single insight: users know their part, not our equipment list — so search by what you are making, not by machine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four failures, all of which trace to one root — the network is invisible. Right: Fit, the capability engine. Key proof point: double-booking is rejected by a Postgres exclusion constraint, not application code, so it is structurally impossible rather than merely handled.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layers: access, client, API/security, core services, data. Postgres 16 was chosen specifically for tstzrange plus EXCLUDE USING gist. The right rail is the expansion story — capability lives in data, so growth is data entry rather than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</a:t>
            </a:r>
            <a:pPr indent="0" marL="0">
              <a:buNone/>
            </a:pPr>
            <a:r>
              <a:rPr lang="en-US" sz="2400" b="1" spc="5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FOR PUBLIC INFRASTRUCTURE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463040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74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APIC ProtoHub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Prototyping-as-a-Service for Andhra Pradesh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3611880"/>
            <a:ext cx="54864" cy="13716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6118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i="1" dirty="0">
                <a:solidFill>
                  <a:srgbClr val="E4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 has built the machines.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i="1" dirty="0">
                <a:solidFill>
                  <a:srgbClr val="E4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not built the way 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44348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ProtoHub turns scattered prototyping centres into one bookable network — so idle machines find innovators, and ideas stop dying for lack of access.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98280" y="1874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0241280" y="19842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APIC CENTRES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0" y="21854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the network today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098280" y="28346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0241280" y="29443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241280" y="31455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with full capability specs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098280" y="37947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0241280" y="39044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41280" y="41056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FDM · SLA · SLS · CNC · laser · PCB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5800" y="6035040"/>
            <a:ext cx="10789920" cy="0"/>
          </a:xfrm>
          <a:prstGeom prst="line">
            <a:avLst/>
          </a:prstGeom>
          <a:noFill/>
          <a:ln w="12700">
            <a:solidFill>
              <a:srgbClr val="2B30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6172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APIC PROTOHUB INNOVATION CHALLENGE  ·  RTIH × ANDHRA PRADESH INNOVATION SOCIETY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0" y="61722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NOTE  ·  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gap, and what closes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25400">
            <a:solidFill>
              <a:srgbClr val="1619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144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BREAKS 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6576" cy="566928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demand visibility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17190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idle because nobody knows they exist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6576" cy="566928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945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scheduling &amp; quoting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243230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Registers, WhatsApp, staff memory. Pricing depends on who you ask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36576" cy="566928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9077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Islands, not a network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49808" y="31455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Kakinada's printer breaks; nobody routes the job to Vijayawada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21024"/>
            <a:ext cx="36576" cy="566928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6210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utilization data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49808" y="38587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cannot measure return on crores of capex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79008" y="1188720"/>
            <a:ext cx="0" cy="4206240"/>
          </a:xfrm>
          <a:prstGeom prst="line">
            <a:avLst/>
          </a:prstGeom>
          <a:noFill/>
          <a:ln w="12700">
            <a:solidFill>
              <a:srgbClr val="D3D8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143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C7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CLOSES 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481328"/>
            <a:ext cx="5486400" cy="1417320"/>
          </a:xfrm>
          <a:prstGeom prst="rect">
            <a:avLst/>
          </a:prstGeom>
          <a:solidFill>
            <a:srgbClr val="16191D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1481328"/>
            <a:ext cx="5486400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627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— the capability engine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55080" y="19385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4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know their part, not our equipment list. Every other feature assumes you already know which machine to book. Fit removes that assumption.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2560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RANK:  AVAILABLE  →  DISTANCE  →  FIT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3127248"/>
            <a:ext cx="5486400" cy="512064"/>
          </a:xfrm>
          <a:prstGeom prst="rect">
            <a:avLst/>
          </a:prstGeom>
          <a:solidFill>
            <a:srgbClr val="F4F6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17296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envelope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33741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Rotation-aware — a 320×330×500 part fits a 340×340×600 machine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3712464"/>
            <a:ext cx="5486400" cy="512064"/>
          </a:xfrm>
          <a:prstGeom prst="rect">
            <a:avLst/>
          </a:prstGeom>
          <a:solidFill>
            <a:srgbClr val="F4F6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7581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tolerance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9593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machines that can actually hold the spec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4297680"/>
            <a:ext cx="5486400" cy="512064"/>
          </a:xfrm>
          <a:prstGeom prst="rect">
            <a:avLst/>
          </a:prstGeom>
          <a:solidFill>
            <a:srgbClr val="F4F6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43434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material stock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45445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book a machine that will run out mid-job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4882896"/>
            <a:ext cx="5486400" cy="512064"/>
          </a:xfrm>
          <a:prstGeom prst="rect">
            <a:avLst/>
          </a:prstGeom>
          <a:solidFill>
            <a:srgbClr val="F4F6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49286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distance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512978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working machine first; small parts spare big ones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5532120"/>
            <a:ext cx="5074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C6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6235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1C7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ALREADY BUILT AND TESTED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" y="5815584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matcher, and booking flow run against live PostgreSQL 16. Matcher implemented twice — SQL and JavaScript — identical results across six scenarios.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738360" y="61081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NOTE  ·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Fastify · PostgreSQL 16 · AWS ap-south-1 (data residency in India)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25400">
            <a:solidFill>
              <a:srgbClr val="16191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818120" cy="4809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41080" y="1325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 &amp; EXPANSION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641080" y="1627632"/>
            <a:ext cx="2999232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96528" y="17190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is data,</a:t>
            </a:r>
            <a:endParaRPr lang="en-US" sz="12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code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796528" y="213055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waterjet and an SLS printer are the same row shape. Adding a centre is an INSERT — Anantapur goes live by flipping one boolean.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641080" y="3108960"/>
            <a:ext cx="2999232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96528" y="3200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</a:t>
            </a:r>
            <a:endParaRPr lang="en-US" sz="12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outgrows APICs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796528" y="36118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hardcodes no "APIC". College workshops, ITI labs, and industry spare capacity join the same network. Public capex is the seed, not the ceiling.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641080" y="4590288"/>
            <a:ext cx="2999232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96528" y="46817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improves</a:t>
            </a:r>
            <a:endParaRPr lang="en-US" sz="12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use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796528" y="509320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quote records auto or manual. Each manual quote is a labelled training example — the engine gets cheaper the more the network is used.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619963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constraint: technical scale is solved; organisational scale is not. Every feature must make the centre manager's first morning easier — not only the innovator's.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9738360" y="61996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NOTE  · 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APIC ProtoHub</dc:title>
  <dc:subject>PptxGenJS Presentation</dc:subject>
  <dc:creator>AYU SYSTEMS</dc:creator>
  <cp:lastModifiedBy>AYU SYSTEMS</cp:lastModifiedBy>
  <cp:revision>1</cp:revision>
  <dcterms:created xsi:type="dcterms:W3CDTF">2026-07-16T13:31:34Z</dcterms:created>
  <dcterms:modified xsi:type="dcterms:W3CDTF">2026-07-16T13:31:34Z</dcterms:modified>
</cp:coreProperties>
</file>